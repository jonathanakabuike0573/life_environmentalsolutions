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Helvetica Now Display" charset="1" panose="020B0504030202020204"/>
      <p:regular r:id="rId7"/>
    </p:embeddedFont>
    <p:embeddedFont>
      <p:font typeface="League Spartan" charset="1" panose="000008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000">
            <a:off x="8661643" y="2084909"/>
            <a:ext cx="9018126" cy="5798263"/>
          </a:xfrm>
          <a:custGeom>
            <a:avLst/>
            <a:gdLst/>
            <a:ahLst/>
            <a:cxnLst/>
            <a:rect r="r" b="b" t="t" l="l"/>
            <a:pathLst>
              <a:path h="5798263" w="9018126">
                <a:moveTo>
                  <a:pt x="0" y="15722"/>
                </a:moveTo>
                <a:lnTo>
                  <a:pt x="9008034" y="0"/>
                </a:lnTo>
                <a:lnTo>
                  <a:pt x="9018126" y="5782541"/>
                </a:lnTo>
                <a:lnTo>
                  <a:pt x="10093" y="5798263"/>
                </a:lnTo>
                <a:lnTo>
                  <a:pt x="0" y="15722"/>
                </a:lnTo>
                <a:close/>
              </a:path>
            </a:pathLst>
          </a:custGeom>
          <a:blipFill>
            <a:blip r:embed="rId2"/>
            <a:stretch>
              <a:fillRect l="0" t="-601" r="-16729" b="-9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6201" y="1245840"/>
            <a:ext cx="5081835" cy="3426341"/>
          </a:xfrm>
          <a:custGeom>
            <a:avLst/>
            <a:gdLst/>
            <a:ahLst/>
            <a:cxnLst/>
            <a:rect r="r" b="b" t="t" l="l"/>
            <a:pathLst>
              <a:path h="3426341" w="5081835">
                <a:moveTo>
                  <a:pt x="0" y="0"/>
                </a:moveTo>
                <a:lnTo>
                  <a:pt x="5081835" y="0"/>
                </a:lnTo>
                <a:lnTo>
                  <a:pt x="5081835" y="3426341"/>
                </a:lnTo>
                <a:lnTo>
                  <a:pt x="0" y="3426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018" r="0" b="-2501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6201" y="5557979"/>
            <a:ext cx="5298563" cy="3700321"/>
          </a:xfrm>
          <a:custGeom>
            <a:avLst/>
            <a:gdLst/>
            <a:ahLst/>
            <a:cxnLst/>
            <a:rect r="r" b="b" t="t" l="l"/>
            <a:pathLst>
              <a:path h="3700321" w="5298563">
                <a:moveTo>
                  <a:pt x="0" y="0"/>
                </a:moveTo>
                <a:lnTo>
                  <a:pt x="5298563" y="0"/>
                </a:lnTo>
                <a:lnTo>
                  <a:pt x="5298563" y="3700321"/>
                </a:lnTo>
                <a:lnTo>
                  <a:pt x="0" y="3700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636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09201" y="194687"/>
            <a:ext cx="5254265" cy="63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401">
                <a:solidFill>
                  <a:srgbClr val="1D2118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BY</a:t>
            </a:r>
          </a:p>
          <a:p>
            <a:pPr algn="l">
              <a:lnSpc>
                <a:spcPts val="2401"/>
              </a:lnSpc>
            </a:pPr>
            <a:r>
              <a:rPr lang="en-US" sz="2401">
                <a:solidFill>
                  <a:srgbClr val="1D2118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Name: Jonathan  Oluchi Akabuike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9340" y="343277"/>
            <a:ext cx="7875293" cy="37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1"/>
              </a:lnSpc>
              <a:spcBef>
                <a:spcPct val="0"/>
              </a:spcBef>
            </a:pPr>
            <a:r>
              <a:rPr lang="en-US" sz="2901">
                <a:solidFill>
                  <a:srgbClr val="1D211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AK9753 HUMAN PRESENCE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6201" y="9455126"/>
            <a:ext cx="2964651" cy="53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2093">
                <a:solidFill>
                  <a:srgbClr val="1D2118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i2c detect address 0x64</a:t>
            </a:r>
          </a:p>
          <a:p>
            <a:pPr algn="l">
              <a:lnSpc>
                <a:spcPts val="209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96201" y="4872206"/>
            <a:ext cx="2964651" cy="27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2093">
                <a:solidFill>
                  <a:srgbClr val="1D2118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sensor mount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37141" y="8521217"/>
            <a:ext cx="2964651" cy="27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2093">
                <a:solidFill>
                  <a:srgbClr val="1D2118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sensor reading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DAG6YVDOvX0</dc:identifier>
  <dcterms:modified xsi:type="dcterms:W3CDTF">2011-08-01T06:04:30Z</dcterms:modified>
  <cp:revision>1</cp:revision>
  <dc:title>Name: Jonathan Oluchi Akabuike</dc:title>
</cp:coreProperties>
</file>